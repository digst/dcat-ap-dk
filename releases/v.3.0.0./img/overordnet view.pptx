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DCFE18-76EE-0E1F-DBD7-3E8B9CF75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75BF9FC-4771-EDB3-E37D-BB3C314BF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69A484E-932E-57E9-4F3E-BC67CCEF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7583807-D8F0-518F-F325-E3F823E9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AB0D060-9039-5910-2BBB-F28B026D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951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F7A28-666D-EAE3-0E23-5EC07A6A4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5E48CAF-0B1C-5A79-396A-F2D32F349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5A030D7-3A14-49FD-CEC8-BCB44A0B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8F77A8E-EE3B-05CC-A1F5-3F7DBF59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E33C095-114D-DDA9-CF82-BA12E5D4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384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F6751-6744-7A0F-12BC-B2742821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07D310A-CEDC-81BC-1A72-90527E2A9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92784B1-2869-DEED-B422-FBB2517D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51306C6-1787-0955-2BD0-C2DB6CF5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BEE275B-6A85-9A3B-3577-3E9EAB65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158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F314BF-4237-3198-18C0-D4D3401E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6E90BB0-F0F9-0943-1FC5-1B8C59289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64C8CD5-D927-D66B-A70E-D04D8BC0B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8318FD5-189C-A6F5-9D0F-33833D7D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75C0DC5-931C-A886-9ED6-9DB64A73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6107148-97C9-BAAE-A9BC-A53DC3A8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787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0E6AA-7D31-1B6D-BA11-78C41B91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7973653-AFD2-ACD4-F393-91E7AF5F3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978A5AA-D518-301D-4A9E-BB01F5671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08CAAAA-4DD5-3EB3-07A1-DD0232119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7BE1053-A47D-1E20-896F-912AB07C8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1F7F166-5932-A561-6665-A3FFDE3E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56B7DC5-6374-C764-C03A-C6B8C905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41024DC2-C73D-B46D-F73A-90AF193CC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722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2453CE-ABCF-D794-52D7-EC320A88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0C114B0-86C5-65F8-F595-3E40399A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92A6F025-B724-0BE7-A7F3-F7E64AFA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FFBD96B-3030-8557-7E1A-6AF26485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645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71C88FA2-6AC6-3BB1-75EE-481BE2E8F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FBD2250-CBF4-EC6B-79FB-1D005A88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647C6C8-8CE0-F0C6-9F0B-4588A04E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3005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7727E2-EA57-25EB-A434-2DD400B2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F4FCEB6-573E-1BE5-3D26-6292E7AC9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F8F98E8-EB47-EBAE-6AD4-F74009635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F991C75-777D-2CC7-87B2-200203C8D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7AC8785-111D-D2AA-479F-B9F3AA6D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0CFCF85-456B-9643-0A39-3C7432D2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0111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71BFFF-B191-A98B-863A-A3419FEC6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015C9329-19D0-C8C9-7C8C-0915DCA7A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FEDC071-D839-3739-A64A-A125FBCAF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C50DBF3-5157-58A2-F8BC-AC435A52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A75993A-110B-8BA4-C482-F2D3B665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3BCFA64-A63F-7446-F2DD-0EBBA8B8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198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318DE0-1FEB-0E4E-0917-714C6958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3439A2C-48E3-6293-4279-1FB81B6F4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030FB53-31A9-1262-2429-6E5394C8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F5356ED-E0AB-281E-A52E-57CDDD06C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0DA310-2158-D4E7-89C0-885FC9440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583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C516F9B0-9E74-8903-FA85-60DE212CC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68E8E01-9F25-6282-DEF7-5895892E8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4708EB0-8A70-59DE-FB09-71853FD5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F2516CB-70F1-C1DC-1097-29360CE26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FF8F347-09DB-DC1E-A05E-99AF5CEC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324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8CCC84DD-0B68-5BAF-EBDF-7BF07E635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062BB2C-C774-4636-94E7-79B42BFB0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95A1F4E-E821-02CD-BB8B-B07159434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69271-1B8C-4879-9761-A6B6B766F82D}" type="datetimeFigureOut">
              <a:rPr lang="da-DK" smtClean="0"/>
              <a:t>23-01-2026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908D113-2F61-E049-29C9-5AC4B3A37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94BCD1A-5B49-2D8A-760A-6FE7B6C2F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3A447-E70B-42EF-BCAF-F0B2DFD597C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566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: afrundede hjørner 3">
            <a:extLst>
              <a:ext uri="{FF2B5EF4-FFF2-40B4-BE49-F238E27FC236}">
                <a16:creationId xmlns:a16="http://schemas.microsoft.com/office/drawing/2014/main" id="{6CE91041-01B0-D5CE-7E8F-30C81AE671C2}"/>
              </a:ext>
            </a:extLst>
          </p:cNvPr>
          <p:cNvSpPr/>
          <p:nvPr/>
        </p:nvSpPr>
        <p:spPr>
          <a:xfrm>
            <a:off x="786384" y="539496"/>
            <a:ext cx="10661904" cy="17373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 err="1"/>
              <a:t>ka</a:t>
            </a:r>
            <a:endParaRPr lang="da-DK" dirty="0"/>
          </a:p>
        </p:txBody>
      </p:sp>
      <p:sp>
        <p:nvSpPr>
          <p:cNvPr id="5" name="Rektangel: afrundede hjørner 4">
            <a:extLst>
              <a:ext uri="{FF2B5EF4-FFF2-40B4-BE49-F238E27FC236}">
                <a16:creationId xmlns:a16="http://schemas.microsoft.com/office/drawing/2014/main" id="{C3EDBF15-3D4B-253C-5BDF-E988EFFF7A6F}"/>
              </a:ext>
            </a:extLst>
          </p:cNvPr>
          <p:cNvSpPr/>
          <p:nvPr/>
        </p:nvSpPr>
        <p:spPr>
          <a:xfrm>
            <a:off x="786385" y="2451423"/>
            <a:ext cx="6187070" cy="17373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Rektangel: afrundede hjørner 5">
            <a:extLst>
              <a:ext uri="{FF2B5EF4-FFF2-40B4-BE49-F238E27FC236}">
                <a16:creationId xmlns:a16="http://schemas.microsoft.com/office/drawing/2014/main" id="{BBA7505F-1053-EEEE-8F91-5AA200A1FE0B}"/>
              </a:ext>
            </a:extLst>
          </p:cNvPr>
          <p:cNvSpPr/>
          <p:nvPr/>
        </p:nvSpPr>
        <p:spPr>
          <a:xfrm>
            <a:off x="786384" y="4363351"/>
            <a:ext cx="10749834" cy="17373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dirty="0"/>
              <a:t>d</a:t>
            </a:r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F6E72181-50D8-3A55-EC82-3CD31DD23B16}"/>
              </a:ext>
            </a:extLst>
          </p:cNvPr>
          <p:cNvSpPr/>
          <p:nvPr/>
        </p:nvSpPr>
        <p:spPr>
          <a:xfrm>
            <a:off x="7148944" y="2451423"/>
            <a:ext cx="4299343" cy="17373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Rektangel: afrundede hjørner 7">
            <a:extLst>
              <a:ext uri="{FF2B5EF4-FFF2-40B4-BE49-F238E27FC236}">
                <a16:creationId xmlns:a16="http://schemas.microsoft.com/office/drawing/2014/main" id="{D03207BE-8171-235B-DDB1-B2D0BEC873BD}"/>
              </a:ext>
            </a:extLst>
          </p:cNvPr>
          <p:cNvSpPr/>
          <p:nvPr/>
        </p:nvSpPr>
        <p:spPr>
          <a:xfrm>
            <a:off x="4341092" y="1052945"/>
            <a:ext cx="3592944" cy="8866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6B5F2471-CB54-2725-D5FD-995E9FCE05A0}"/>
              </a:ext>
            </a:extLst>
          </p:cNvPr>
          <p:cNvSpPr/>
          <p:nvPr/>
        </p:nvSpPr>
        <p:spPr>
          <a:xfrm>
            <a:off x="4905157" y="2876757"/>
            <a:ext cx="1643424" cy="8866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Rektangel: afrundede hjørner 9">
            <a:extLst>
              <a:ext uri="{FF2B5EF4-FFF2-40B4-BE49-F238E27FC236}">
                <a16:creationId xmlns:a16="http://schemas.microsoft.com/office/drawing/2014/main" id="{1ADAD712-5241-35D9-599A-74EFA11C2F06}"/>
              </a:ext>
            </a:extLst>
          </p:cNvPr>
          <p:cNvSpPr/>
          <p:nvPr/>
        </p:nvSpPr>
        <p:spPr>
          <a:xfrm>
            <a:off x="7475985" y="2873330"/>
            <a:ext cx="1643424" cy="8866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817FAAF5-4076-877C-F4EB-382EE131F6ED}"/>
              </a:ext>
            </a:extLst>
          </p:cNvPr>
          <p:cNvSpPr/>
          <p:nvPr/>
        </p:nvSpPr>
        <p:spPr>
          <a:xfrm>
            <a:off x="2929225" y="2876757"/>
            <a:ext cx="1643424" cy="8866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Rektangel: afrundede hjørner 13">
            <a:extLst>
              <a:ext uri="{FF2B5EF4-FFF2-40B4-BE49-F238E27FC236}">
                <a16:creationId xmlns:a16="http://schemas.microsoft.com/office/drawing/2014/main" id="{964A1370-087E-B4DE-1FCB-0FFB42857E53}"/>
              </a:ext>
            </a:extLst>
          </p:cNvPr>
          <p:cNvSpPr/>
          <p:nvPr/>
        </p:nvSpPr>
        <p:spPr>
          <a:xfrm>
            <a:off x="7491017" y="4742872"/>
            <a:ext cx="1643424" cy="8866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Rektangel: afrundede hjørner 14">
            <a:extLst>
              <a:ext uri="{FF2B5EF4-FFF2-40B4-BE49-F238E27FC236}">
                <a16:creationId xmlns:a16="http://schemas.microsoft.com/office/drawing/2014/main" id="{2987564F-F7A9-4FC6-C845-10331BE5A50B}"/>
              </a:ext>
            </a:extLst>
          </p:cNvPr>
          <p:cNvSpPr/>
          <p:nvPr/>
        </p:nvSpPr>
        <p:spPr>
          <a:xfrm>
            <a:off x="2929225" y="4742873"/>
            <a:ext cx="1643424" cy="8866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" name="Rektangel: afrundede hjørner 15">
            <a:extLst>
              <a:ext uri="{FF2B5EF4-FFF2-40B4-BE49-F238E27FC236}">
                <a16:creationId xmlns:a16="http://schemas.microsoft.com/office/drawing/2014/main" id="{22395B54-0437-5599-1447-93F70B24292E}"/>
              </a:ext>
            </a:extLst>
          </p:cNvPr>
          <p:cNvSpPr/>
          <p:nvPr/>
        </p:nvSpPr>
        <p:spPr>
          <a:xfrm>
            <a:off x="4905157" y="4751615"/>
            <a:ext cx="1643424" cy="88669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D8BDE33C-157D-A2DE-031D-C4F4E3B841F5}"/>
              </a:ext>
            </a:extLst>
          </p:cNvPr>
          <p:cNvSpPr txBox="1"/>
          <p:nvPr/>
        </p:nvSpPr>
        <p:spPr>
          <a:xfrm>
            <a:off x="1016001" y="1228436"/>
            <a:ext cx="234603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dirty="0"/>
              <a:t>Katalog</a:t>
            </a:r>
          </a:p>
        </p:txBody>
      </p:sp>
      <p:sp>
        <p:nvSpPr>
          <p:cNvPr id="19" name="Tekstfelt 18">
            <a:extLst>
              <a:ext uri="{FF2B5EF4-FFF2-40B4-BE49-F238E27FC236}">
                <a16:creationId xmlns:a16="http://schemas.microsoft.com/office/drawing/2014/main" id="{D84C0752-FCCC-E215-B246-DF0AA4B7F96F}"/>
              </a:ext>
            </a:extLst>
          </p:cNvPr>
          <p:cNvSpPr txBox="1"/>
          <p:nvPr/>
        </p:nvSpPr>
        <p:spPr>
          <a:xfrm>
            <a:off x="1016001" y="3205018"/>
            <a:ext cx="107271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dirty="0"/>
              <a:t>Dataset</a:t>
            </a:r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799BD56F-E1E8-DD78-E202-09E15B8D27B5}"/>
              </a:ext>
            </a:extLst>
          </p:cNvPr>
          <p:cNvSpPr txBox="1"/>
          <p:nvPr/>
        </p:nvSpPr>
        <p:spPr>
          <a:xfrm>
            <a:off x="9605817" y="3205018"/>
            <a:ext cx="170872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dirty="0"/>
              <a:t>Datatjeneste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07EB6196-E980-2A3D-8995-AD0BCBEB89B5}"/>
              </a:ext>
            </a:extLst>
          </p:cNvPr>
          <p:cNvSpPr txBox="1"/>
          <p:nvPr/>
        </p:nvSpPr>
        <p:spPr>
          <a:xfrm>
            <a:off x="926040" y="5052295"/>
            <a:ext cx="142129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dirty="0"/>
              <a:t>Distribution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891FE705-63AC-496A-5409-DD6420579545}"/>
              </a:ext>
            </a:extLst>
          </p:cNvPr>
          <p:cNvSpPr txBox="1"/>
          <p:nvPr/>
        </p:nvSpPr>
        <p:spPr>
          <a:xfrm>
            <a:off x="5218544" y="1228436"/>
            <a:ext cx="194887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ex:catalog-001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8A06F4D9-7A94-3008-5ACD-E1DCBBB09AF8}"/>
              </a:ext>
            </a:extLst>
          </p:cNvPr>
          <p:cNvSpPr txBox="1"/>
          <p:nvPr/>
        </p:nvSpPr>
        <p:spPr>
          <a:xfrm>
            <a:off x="3030500" y="3056939"/>
            <a:ext cx="1449783" cy="7109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chemeClr val="bg1"/>
                </a:solidFill>
              </a:rPr>
              <a:t>ex:dataset</a:t>
            </a:r>
            <a:r>
              <a:rPr lang="da-DK" dirty="0">
                <a:solidFill>
                  <a:schemeClr val="bg1"/>
                </a:solidFill>
              </a:rPr>
              <a:t>-</a:t>
            </a:r>
          </a:p>
          <a:p>
            <a:pPr algn="ctr"/>
            <a:r>
              <a:rPr lang="da-DK" dirty="0">
                <a:solidFill>
                  <a:schemeClr val="bg1"/>
                </a:solidFill>
              </a:rPr>
              <a:t>001</a:t>
            </a:r>
          </a:p>
        </p:txBody>
      </p:sp>
      <p:sp>
        <p:nvSpPr>
          <p:cNvPr id="25" name="Tekstfelt 24">
            <a:extLst>
              <a:ext uri="{FF2B5EF4-FFF2-40B4-BE49-F238E27FC236}">
                <a16:creationId xmlns:a16="http://schemas.microsoft.com/office/drawing/2014/main" id="{94644179-4C4A-3D38-C9FC-E0DA58FBF5D9}"/>
              </a:ext>
            </a:extLst>
          </p:cNvPr>
          <p:cNvSpPr txBox="1"/>
          <p:nvPr/>
        </p:nvSpPr>
        <p:spPr>
          <a:xfrm>
            <a:off x="4993228" y="3070799"/>
            <a:ext cx="144978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chemeClr val="bg1"/>
                </a:solidFill>
              </a:rPr>
              <a:t>ex:dataset</a:t>
            </a:r>
            <a:r>
              <a:rPr lang="da-DK" dirty="0">
                <a:solidFill>
                  <a:schemeClr val="bg1"/>
                </a:solidFill>
              </a:rPr>
              <a:t>-</a:t>
            </a:r>
          </a:p>
          <a:p>
            <a:pPr algn="ctr"/>
            <a:r>
              <a:rPr lang="da-DK" dirty="0">
                <a:solidFill>
                  <a:schemeClr val="bg1"/>
                </a:solidFill>
              </a:rPr>
              <a:t>002</a:t>
            </a:r>
          </a:p>
        </p:txBody>
      </p:sp>
      <p:sp>
        <p:nvSpPr>
          <p:cNvPr id="26" name="Tekstfelt 25">
            <a:extLst>
              <a:ext uri="{FF2B5EF4-FFF2-40B4-BE49-F238E27FC236}">
                <a16:creationId xmlns:a16="http://schemas.microsoft.com/office/drawing/2014/main" id="{DDF84E83-FF66-E4CE-8495-F5C04CB11B60}"/>
              </a:ext>
            </a:extLst>
          </p:cNvPr>
          <p:cNvSpPr txBox="1"/>
          <p:nvPr/>
        </p:nvSpPr>
        <p:spPr>
          <a:xfrm>
            <a:off x="7616353" y="3070799"/>
            <a:ext cx="144978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chemeClr val="bg1"/>
                </a:solidFill>
              </a:rPr>
              <a:t>ex:service</a:t>
            </a:r>
            <a:r>
              <a:rPr lang="da-DK" dirty="0">
                <a:solidFill>
                  <a:schemeClr val="bg1"/>
                </a:solidFill>
              </a:rPr>
              <a:t>-</a:t>
            </a:r>
          </a:p>
          <a:p>
            <a:pPr algn="ctr"/>
            <a:r>
              <a:rPr lang="da-DK" dirty="0">
                <a:solidFill>
                  <a:schemeClr val="bg1"/>
                </a:solidFill>
              </a:rPr>
              <a:t>002</a:t>
            </a:r>
          </a:p>
        </p:txBody>
      </p:sp>
      <p:sp>
        <p:nvSpPr>
          <p:cNvPr id="27" name="Tekstfelt 26">
            <a:extLst>
              <a:ext uri="{FF2B5EF4-FFF2-40B4-BE49-F238E27FC236}">
                <a16:creationId xmlns:a16="http://schemas.microsoft.com/office/drawing/2014/main" id="{6FE99F0A-19D8-4087-843B-D117BA51A336}"/>
              </a:ext>
            </a:extLst>
          </p:cNvPr>
          <p:cNvSpPr txBox="1"/>
          <p:nvPr/>
        </p:nvSpPr>
        <p:spPr>
          <a:xfrm>
            <a:off x="3026045" y="4895641"/>
            <a:ext cx="144978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chemeClr val="bg1"/>
                </a:solidFill>
              </a:rPr>
              <a:t>ex:dataset</a:t>
            </a:r>
            <a:r>
              <a:rPr lang="da-DK" dirty="0">
                <a:solidFill>
                  <a:schemeClr val="bg1"/>
                </a:solidFill>
              </a:rPr>
              <a:t>-</a:t>
            </a:r>
          </a:p>
          <a:p>
            <a:pPr algn="ctr"/>
            <a:r>
              <a:rPr lang="da-DK" dirty="0">
                <a:solidFill>
                  <a:schemeClr val="bg1"/>
                </a:solidFill>
              </a:rPr>
              <a:t>001-xml</a:t>
            </a:r>
          </a:p>
        </p:txBody>
      </p:sp>
      <p:sp>
        <p:nvSpPr>
          <p:cNvPr id="28" name="Tekstfelt 27">
            <a:extLst>
              <a:ext uri="{FF2B5EF4-FFF2-40B4-BE49-F238E27FC236}">
                <a16:creationId xmlns:a16="http://schemas.microsoft.com/office/drawing/2014/main" id="{561FC7BB-6788-93D1-C046-2BC6B25E47DF}"/>
              </a:ext>
            </a:extLst>
          </p:cNvPr>
          <p:cNvSpPr txBox="1"/>
          <p:nvPr/>
        </p:nvSpPr>
        <p:spPr>
          <a:xfrm>
            <a:off x="4993227" y="4900012"/>
            <a:ext cx="144978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chemeClr val="bg1"/>
                </a:solidFill>
              </a:rPr>
              <a:t>ex:dataset</a:t>
            </a:r>
            <a:r>
              <a:rPr lang="da-DK" dirty="0">
                <a:solidFill>
                  <a:schemeClr val="bg1"/>
                </a:solidFill>
              </a:rPr>
              <a:t>-</a:t>
            </a:r>
          </a:p>
          <a:p>
            <a:pPr algn="ctr"/>
            <a:r>
              <a:rPr lang="da-DK" dirty="0">
                <a:solidFill>
                  <a:schemeClr val="bg1"/>
                </a:solidFill>
              </a:rPr>
              <a:t>001-csv</a:t>
            </a:r>
          </a:p>
        </p:txBody>
      </p:sp>
      <p:sp>
        <p:nvSpPr>
          <p:cNvPr id="29" name="Tekstfelt 28">
            <a:extLst>
              <a:ext uri="{FF2B5EF4-FFF2-40B4-BE49-F238E27FC236}">
                <a16:creationId xmlns:a16="http://schemas.microsoft.com/office/drawing/2014/main" id="{59FDC27E-9A7B-8BEC-40B3-1152CEBEA916}"/>
              </a:ext>
            </a:extLst>
          </p:cNvPr>
          <p:cNvSpPr txBox="1"/>
          <p:nvPr/>
        </p:nvSpPr>
        <p:spPr>
          <a:xfrm>
            <a:off x="7634824" y="4871883"/>
            <a:ext cx="144978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chemeClr val="bg1"/>
                </a:solidFill>
              </a:rPr>
              <a:t>ex:dataset</a:t>
            </a:r>
            <a:r>
              <a:rPr lang="da-DK" dirty="0">
                <a:solidFill>
                  <a:schemeClr val="bg1"/>
                </a:solidFill>
              </a:rPr>
              <a:t>-</a:t>
            </a:r>
          </a:p>
          <a:p>
            <a:pPr algn="ctr"/>
            <a:r>
              <a:rPr lang="da-DK" dirty="0">
                <a:solidFill>
                  <a:schemeClr val="bg1"/>
                </a:solidFill>
              </a:rPr>
              <a:t>002-xml</a:t>
            </a:r>
          </a:p>
        </p:txBody>
      </p:sp>
      <p:cxnSp>
        <p:nvCxnSpPr>
          <p:cNvPr id="31" name="Lige forbindelse 30">
            <a:extLst>
              <a:ext uri="{FF2B5EF4-FFF2-40B4-BE49-F238E27FC236}">
                <a16:creationId xmlns:a16="http://schemas.microsoft.com/office/drawing/2014/main" id="{C8D2A4B2-C030-30B9-E3D9-275F35072ED4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3750937" y="1903777"/>
            <a:ext cx="1551058" cy="97298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ge forbindelse 31">
            <a:extLst>
              <a:ext uri="{FF2B5EF4-FFF2-40B4-BE49-F238E27FC236}">
                <a16:creationId xmlns:a16="http://schemas.microsoft.com/office/drawing/2014/main" id="{0DE1CDB6-3E0D-3A29-2286-3B601817A5FD}"/>
              </a:ext>
            </a:extLst>
          </p:cNvPr>
          <p:cNvCxnSpPr>
            <a:cxnSpLocks/>
          </p:cNvCxnSpPr>
          <p:nvPr/>
        </p:nvCxnSpPr>
        <p:spPr>
          <a:xfrm>
            <a:off x="5718118" y="1903777"/>
            <a:ext cx="0" cy="104843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4EAE4B89-AEBC-2DA7-5E3C-F536948F8D9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893771" y="1854712"/>
            <a:ext cx="1403926" cy="101861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ge forbindelse 41">
            <a:extLst>
              <a:ext uri="{FF2B5EF4-FFF2-40B4-BE49-F238E27FC236}">
                <a16:creationId xmlns:a16="http://schemas.microsoft.com/office/drawing/2014/main" id="{9E83E963-4CE9-44C6-FD0F-2BCFC8A83E64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flipH="1">
            <a:off x="6548581" y="3316676"/>
            <a:ext cx="927404" cy="342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0FBBDC8C-6E41-0889-E9CC-DA6C80B8FC1E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743180" y="3767903"/>
            <a:ext cx="12212" cy="110398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Lige forbindelse 53">
            <a:extLst>
              <a:ext uri="{FF2B5EF4-FFF2-40B4-BE49-F238E27FC236}">
                <a16:creationId xmlns:a16="http://schemas.microsoft.com/office/drawing/2014/main" id="{DDB72F15-E179-5AC1-98B1-31AC0E47EE1C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3750937" y="3717130"/>
            <a:ext cx="1975932" cy="1034485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Lige forbindelse 56">
            <a:extLst>
              <a:ext uri="{FF2B5EF4-FFF2-40B4-BE49-F238E27FC236}">
                <a16:creationId xmlns:a16="http://schemas.microsoft.com/office/drawing/2014/main" id="{5D32A14A-ABA1-DE6C-B42E-4DF9495A139E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726869" y="3763448"/>
            <a:ext cx="2342814" cy="98816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Lige forbindelse 59">
            <a:extLst>
              <a:ext uri="{FF2B5EF4-FFF2-40B4-BE49-F238E27FC236}">
                <a16:creationId xmlns:a16="http://schemas.microsoft.com/office/drawing/2014/main" id="{07E94A11-3AA3-D100-E6BD-9A2661B79879}"/>
              </a:ext>
            </a:extLst>
          </p:cNvPr>
          <p:cNvCxnSpPr>
            <a:cxnSpLocks/>
            <a:stCxn id="14" idx="0"/>
            <a:endCxn id="10" idx="2"/>
          </p:cNvCxnSpPr>
          <p:nvPr/>
        </p:nvCxnSpPr>
        <p:spPr>
          <a:xfrm flipH="1" flipV="1">
            <a:off x="8297697" y="3760021"/>
            <a:ext cx="15032" cy="982851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58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33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>Statens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 Borges</dc:creator>
  <cp:lastModifiedBy>Maya Borges</cp:lastModifiedBy>
  <cp:revision>1</cp:revision>
  <dcterms:created xsi:type="dcterms:W3CDTF">2026-01-23T13:15:00Z</dcterms:created>
  <dcterms:modified xsi:type="dcterms:W3CDTF">2026-01-23T13:45:35Z</dcterms:modified>
</cp:coreProperties>
</file>